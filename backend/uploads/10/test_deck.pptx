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Zen — Product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document-aware AI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retrieval (BM25 + vector search)</a:t>
            </a:r>
          </a:p>
          <a:p>
            <a:r>
              <a:t>Corrective RAG grading before generation</a:t>
            </a:r>
          </a:p>
          <a:p>
            <a:r>
              <a:t>Page-level citations for every answer</a:t>
            </a:r>
          </a:p>
          <a:p>
            <a:r>
              <a:t>Multi-user document isolation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71500"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Answer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llama-3.3-70b-versatile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Retrieval Grading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llama-3.1-8b-instant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Query Rewriting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llama-3.1-8b-instant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